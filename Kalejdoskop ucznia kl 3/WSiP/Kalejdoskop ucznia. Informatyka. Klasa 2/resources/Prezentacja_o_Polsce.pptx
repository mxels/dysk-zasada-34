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6" d="100"/>
          <a:sy n="86" d="100"/>
        </p:scale>
        <p:origin x="-157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0A0809-C0DB-4004-B623-85E5B214E83A}" type="datetimeFigureOut">
              <a:rPr lang="pl-PL" smtClean="0"/>
              <a:t>2018-02-01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07019-522E-48C8-9CBC-ACF3597C0183}" type="slidenum">
              <a:rPr lang="pl-PL" smtClean="0"/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343024" y="1129932"/>
            <a:ext cx="10086975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3600" b="1" dirty="0"/>
              <a:t>Moja ojczyzna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>
          <a:xfrm>
            <a:off x="1331640" y="1844824"/>
            <a:ext cx="7200800" cy="1152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lnSpc>
                <a:spcPct val="100000"/>
              </a:lnSpc>
              <a:spcBef>
                <a:spcPct val="0"/>
              </a:spcBef>
            </a:pPr>
            <a:endParaRPr lang="pl-PL" sz="1600" dirty="0"/>
          </a:p>
          <a:p>
            <a:pPr lvl="0">
              <a:lnSpc>
                <a:spcPct val="100000"/>
              </a:lnSpc>
              <a:spcBef>
                <a:spcPct val="0"/>
              </a:spcBef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7" name="Picture 3" descr="C:\Users\AWessel\Desktop\004_3-chlopiec_z_mapa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3" y="1927366"/>
            <a:ext cx="8564185" cy="495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Madzia\Desktop\prezentacje_plyta\prezentacja_o_polsce\6_Polska_sasiedzi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9366" y="2204864"/>
            <a:ext cx="6205268" cy="3967751"/>
          </a:xfrm>
          <a:prstGeom prst="rect">
            <a:avLst/>
          </a:prstGeom>
          <a:noFill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 dirty="0"/>
              <a:t>Polska leży nad morzem Bałtyckim. Sąsiadami Polski są: Rosja, Litwa, Białoruś, Ukraina, Słowacja, Czechy, Niemcy.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7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68995" y="2132856"/>
            <a:ext cx="3406009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 dirty="0"/>
              <a:t>Godło Polski – orzeł biały.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6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adzia\Desktop\prezentacje_plyta\prezentacja_o_polsce\Premier_shutterstock_4333546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9652" y="2060848"/>
            <a:ext cx="6264696" cy="4176464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/>
              <a:t>Flaga Polski jest biało-czerwona</a:t>
            </a:r>
            <a:r>
              <a:rPr lang="pl-PL" sz="1600" dirty="0"/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8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Madzia\Desktop\prezentacje_plyta\prezentacja_o_polsce\Premier_shutterstock_60469004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9423" y="2060848"/>
            <a:ext cx="6285153" cy="4189860"/>
          </a:xfrm>
          <a:prstGeom prst="rect">
            <a:avLst/>
          </a:prstGeom>
          <a:noFill/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 dirty="0"/>
              <a:t>Zamek Królewski w Warszawie.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6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Madzia\Desktop\prezentacje_plyta\prezentacja_o_polsce\Premier_shutterstock_49593961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1997" y="2060848"/>
            <a:ext cx="6260005" cy="4251156"/>
          </a:xfrm>
          <a:prstGeom prst="rect">
            <a:avLst/>
          </a:prstGeom>
          <a:noFill/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343025" y="1129932"/>
            <a:ext cx="7189416" cy="7783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pPr lvl="0">
              <a:spcBef>
                <a:spcPct val="0"/>
              </a:spcBef>
            </a:pPr>
            <a:r>
              <a:rPr lang="pl-PL" sz="1600" dirty="0"/>
              <a:t>Kościół Mariacki w Krakowie.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91548" y="1484245"/>
            <a:ext cx="7553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</Words>
  <Application>Microsoft Office PowerPoint</Application>
  <PresentationFormat>Pokaz na ekranie (4:3)</PresentationFormat>
  <Paragraphs>6</Paragraphs>
  <Slides>6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o Polsce</dc:title>
  <dc:creator>Madzia</dc:creator>
  <cp:lastModifiedBy>Agnieszka Wessel</cp:lastModifiedBy>
  <cp:revision>6</cp:revision>
  <dcterms:created xsi:type="dcterms:W3CDTF">2018-01-19T00:19:34Z</dcterms:created>
  <dcterms:modified xsi:type="dcterms:W3CDTF">2018-02-01T16:11:21Z</dcterms:modified>
</cp:coreProperties>
</file>
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>
        <p:scale>
          <a:sx n="90" d="100"/>
          <a:sy n="90" d="100"/>
        </p:scale>
        <p:origin x="-2244" y="-8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A0809-C0DB-4004-B623-85E5B214E83A}" type="datetimeFigureOut">
              <a:rPr lang="pl-PL" smtClean="0"/>
              <a:t>2019-03-21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7019-522E-48C8-9CBC-ACF3597C0183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A0809-C0DB-4004-B623-85E5B214E83A}" type="datetimeFigureOut">
              <a:rPr lang="pl-PL" smtClean="0"/>
              <a:t>2019-03-21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7019-522E-48C8-9CBC-ACF3597C0183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A0809-C0DB-4004-B623-85E5B214E83A}" type="datetimeFigureOut">
              <a:rPr lang="pl-PL" smtClean="0"/>
              <a:t>2019-03-21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7019-522E-48C8-9CBC-ACF3597C0183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A0809-C0DB-4004-B623-85E5B214E83A}" type="datetimeFigureOut">
              <a:rPr lang="pl-PL" smtClean="0"/>
              <a:t>2019-03-21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7019-522E-48C8-9CBC-ACF3597C0183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A0809-C0DB-4004-B623-85E5B214E83A}" type="datetimeFigureOut">
              <a:rPr lang="pl-PL" smtClean="0"/>
              <a:t>2019-03-21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7019-522E-48C8-9CBC-ACF3597C0183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A0809-C0DB-4004-B623-85E5B214E83A}" type="datetimeFigureOut">
              <a:rPr lang="pl-PL" smtClean="0"/>
              <a:t>2019-03-21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7019-522E-48C8-9CBC-ACF3597C0183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A0809-C0DB-4004-B623-85E5B214E83A}" type="datetimeFigureOut">
              <a:rPr lang="pl-PL" smtClean="0"/>
              <a:t>2019-03-21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7019-522E-48C8-9CBC-ACF3597C0183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A0809-C0DB-4004-B623-85E5B214E83A}" type="datetimeFigureOut">
              <a:rPr lang="pl-PL" smtClean="0"/>
              <a:t>2019-03-21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7019-522E-48C8-9CBC-ACF3597C0183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A0809-C0DB-4004-B623-85E5B214E83A}" type="datetimeFigureOut">
              <a:rPr lang="pl-PL" smtClean="0"/>
              <a:t>2019-03-21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7019-522E-48C8-9CBC-ACF3597C0183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A0809-C0DB-4004-B623-85E5B214E83A}" type="datetimeFigureOut">
              <a:rPr lang="pl-PL" smtClean="0"/>
              <a:t>2019-03-21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7019-522E-48C8-9CBC-ACF3597C0183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A0809-C0DB-4004-B623-85E5B214E83A}" type="datetimeFigureOut">
              <a:rPr lang="pl-PL" smtClean="0"/>
              <a:t>2019-03-21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7019-522E-48C8-9CBC-ACF3597C0183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0A0809-C0DB-4004-B623-85E5B214E83A}" type="datetimeFigureOut">
              <a:rPr lang="pl-PL" smtClean="0"/>
              <a:t>2019-03-21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407019-522E-48C8-9CBC-ACF3597C0183}" type="slidenum">
              <a:rPr lang="pl-PL" smtClean="0"/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331640" y="1844824"/>
            <a:ext cx="7200800" cy="1152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defRPr sz="2800"/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endParaRPr lang="pl-PL" sz="1600" dirty="0"/>
          </a:p>
          <a:p>
            <a:pPr lvl="0">
              <a:lnSpc>
                <a:spcPct val="100000"/>
              </a:lnSpc>
              <a:spcBef>
                <a:spcPct val="0"/>
              </a:spcBef>
            </a:pPr>
            <a:endParaRPr kumimoji="0" lang="en-US" sz="16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343025" y="2348880"/>
            <a:ext cx="4165079" cy="2875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defRPr sz="2800"/>
            </a:lvl1pPr>
          </a:lstStyle>
          <a:p>
            <a:pPr lvl="0">
              <a:spcBef>
                <a:spcPct val="0"/>
              </a:spcBef>
            </a:pPr>
            <a:r>
              <a:rPr lang="en-US" sz="16600" dirty="0" err="1" smtClean="0">
                <a:latin typeface="Calibri Light" panose="020F0302020204030204" pitchFamily="34" charset="0"/>
                <a:cs typeface="Calibri Light" panose="020F0302020204030204" pitchFamily="34" charset="0"/>
              </a:rPr>
              <a:t>Aa</a:t>
            </a:r>
            <a:endParaRPr kumimoji="0" lang="en-US" sz="36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 Light" panose="020F0302020204030204" pitchFamily="34" charset="0"/>
              <a:ea typeface="+mj-ea"/>
              <a:cs typeface="Calibri Light" panose="020F0302020204030204" pitchFamily="34" charset="0"/>
            </a:endParaRPr>
          </a:p>
        </p:txBody>
      </p:sp>
      <p:pic>
        <p:nvPicPr>
          <p:cNvPr id="11" name="Obraz 10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20" y="-27384"/>
            <a:ext cx="9144000" cy="1218181"/>
          </a:xfrm>
          <a:prstGeom prst="rect">
            <a:avLst/>
          </a:prstGeom>
        </p:spPr>
      </p:pic>
      <p:pic>
        <p:nvPicPr>
          <p:cNvPr id="12" name="Obraz 11"/>
          <p:cNvPicPr/>
          <p:nvPr/>
        </p:nvPicPr>
        <p:blipFill>
          <a:blip r:embed="rId3" cstate="print">
            <a:duotone>
              <a:prstClr val="black"/>
              <a:schemeClr val="tx1">
                <a:lumMod val="95000"/>
                <a:lumOff val="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400" y="188640"/>
            <a:ext cx="598100" cy="752485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>
          <a:xfrm>
            <a:off x="683568" y="116632"/>
            <a:ext cx="7200800" cy="10021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defRPr sz="2800"/>
            </a:lvl1pPr>
          </a:lstStyle>
          <a:p>
            <a:r>
              <a:rPr lang="pl-PL" sz="1600" dirty="0"/>
              <a:t>Pani poprosiła, by każdy przygotował dla kolegów i koleżanek </a:t>
            </a:r>
            <a:br>
              <a:rPr lang="pl-PL" sz="1600" dirty="0"/>
            </a:br>
            <a:r>
              <a:rPr lang="pl-PL" sz="1600" dirty="0"/>
              <a:t>z klasy I album z sześcioma pierwszymi literami alfabetu: a, b, c, d, e, f. </a:t>
            </a:r>
            <a:r>
              <a:rPr lang="pl-PL" sz="1600" dirty="0" smtClean="0"/>
              <a:t/>
            </a:r>
            <a:br>
              <a:rPr lang="pl-PL" sz="1600" dirty="0" smtClean="0"/>
            </a:br>
            <a:r>
              <a:rPr lang="pl-PL" sz="1600" dirty="0" smtClean="0"/>
              <a:t>Dokończ </a:t>
            </a:r>
            <a:r>
              <a:rPr lang="pl-PL" sz="1600" dirty="0"/>
              <a:t>prezentację, w której umieścisz kolejne małe i wielkie litery.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ymbol zastępczy zawartości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989633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zawartości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185252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zawartości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168796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zawartości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06529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zawartości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631711464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11</Words>
  <Application>Microsoft Office PowerPoint</Application>
  <PresentationFormat>Pokaz na ekranie (4:3)</PresentationFormat>
  <Paragraphs>2</Paragraphs>
  <Slides>6</Slides>
  <Notes>0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7" baseType="lpstr"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o Polsce</dc:title>
  <dc:creator>Madzia</dc:creator>
  <cp:lastModifiedBy>Aleksandra Majewska</cp:lastModifiedBy>
  <cp:revision>13</cp:revision>
  <dcterms:created xsi:type="dcterms:W3CDTF">2018-01-19T00:19:34Z</dcterms:created>
  <dcterms:modified xsi:type="dcterms:W3CDTF">2019-03-21T12:28:42Z</dcterms:modified>
</cp:coreProperties>
</file>
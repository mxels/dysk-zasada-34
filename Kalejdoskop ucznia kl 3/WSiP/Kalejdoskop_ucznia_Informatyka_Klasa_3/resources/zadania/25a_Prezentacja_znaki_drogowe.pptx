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3" d="100"/>
          <a:sy n="113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70015-F134-4AA0-AF3C-2C00EB34A445}" type="datetimeFigureOut">
              <a:rPr lang="pl-PL" smtClean="0"/>
              <a:pPr/>
              <a:t>2019-03-22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1484784"/>
            <a:ext cx="9141580" cy="1872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 algn="ctr">
              <a:spcBef>
                <a:spcPct val="0"/>
              </a:spcBef>
            </a:pPr>
            <a:r>
              <a:rPr lang="en-US" sz="5400" b="1" dirty="0" smtClean="0"/>
              <a:t>Znaki drogowe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Obraz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0" y="-27384"/>
            <a:ext cx="9144000" cy="1218181"/>
          </a:xfrm>
          <a:prstGeom prst="rect">
            <a:avLst/>
          </a:prstGeom>
        </p:spPr>
      </p:pic>
      <p:pic>
        <p:nvPicPr>
          <p:cNvPr id="15" name="Obraz 14"/>
          <p:cNvPicPr/>
          <p:nvPr/>
        </p:nvPicPr>
        <p:blipFill>
          <a:blip r:embed="rId3" cstate="print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188640"/>
            <a:ext cx="598100" cy="752485"/>
          </a:xfrm>
          <a:prstGeom prst="rect">
            <a:avLst/>
          </a:prstGeom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683568" y="116632"/>
            <a:ext cx="7200800" cy="1002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pl-PL" sz="1600" dirty="0"/>
              <a:t>Przygotuj prezentację, w której umieścisz</a:t>
            </a:r>
            <a:r>
              <a:rPr lang="pl-PL" sz="1600" spc="-150" dirty="0"/>
              <a:t>  </a:t>
            </a:r>
            <a:r>
              <a:rPr lang="pl-PL" sz="1600" dirty="0"/>
              <a:t>sześć najważniejszych, według ciebie, znaków </a:t>
            </a:r>
            <a:r>
              <a:rPr lang="pl-PL" sz="1600" dirty="0" smtClean="0"/>
              <a:t>drogowych. </a:t>
            </a:r>
            <a:r>
              <a:rPr lang="pl-PL" sz="1600" dirty="0"/>
              <a:t>Ich znajomość przyda ci się w czasie zbliżających się wakacji. Możesz je znaleźć w internecie lub narysować w programie Paint.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485" y="154700"/>
            <a:ext cx="4808763" cy="67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18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24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74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12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86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26025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39</Words>
  <Application>Microsoft Office PowerPoint</Application>
  <PresentationFormat>Pokaz na ekranie (4:3)</PresentationFormat>
  <Paragraphs>2</Paragraphs>
  <Slides>8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9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Rozpoznaję zwierzęta</dc:title>
  <dc:creator>Madzia</dc:creator>
  <cp:lastModifiedBy>Aleksandra Majewska</cp:lastModifiedBy>
  <cp:revision>27</cp:revision>
  <dcterms:created xsi:type="dcterms:W3CDTF">2018-01-18T23:57:39Z</dcterms:created>
  <dcterms:modified xsi:type="dcterms:W3CDTF">2019-03-22T12:08:46Z</dcterms:modified>
</cp:coreProperties>
</file>
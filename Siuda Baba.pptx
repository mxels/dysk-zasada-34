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0C9E4B-9609-48AF-BA7B-1FDC11D31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F5D062A-529E-4929-882C-6F5821B1C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6A6C16D-F958-4693-AF5B-26A7BA5B0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F880D-4078-430B-80FD-13240DBDE4D0}" type="datetimeFigureOut">
              <a:rPr lang="pl-PL" smtClean="0"/>
              <a:t>25.04.2025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E1F6016-F0FD-426F-9080-D62667371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81A417B-10E0-4BD0-8BBB-13FDFD9C7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C15B-3032-49D7-9389-F46E70C0EA0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91766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05C7C1-AA08-4EC9-AB9A-C985F713F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DC1DFF6-3BCE-4B2C-B72C-F77FF68F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86FDF46-0DBA-449E-9D5F-595D6F7F8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F880D-4078-430B-80FD-13240DBDE4D0}" type="datetimeFigureOut">
              <a:rPr lang="pl-PL" smtClean="0"/>
              <a:t>25.04.2025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69FDA7D-4508-4433-B0BA-2AE736006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98C17DE-9FC2-4933-8E1F-260601D7F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C15B-3032-49D7-9389-F46E70C0EA0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9827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0B576B3-CCAD-4D00-8AA4-39F29B7BF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293A5B9-A841-4A4B-8E3A-F45482F03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064726C-3065-4DC8-BB35-35E7D573A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F880D-4078-430B-80FD-13240DBDE4D0}" type="datetimeFigureOut">
              <a:rPr lang="pl-PL" smtClean="0"/>
              <a:t>25.04.2025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C5D964A-E4B1-423E-8232-617BE71C7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8F43E61-D042-4DD5-A194-5B334949D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C15B-3032-49D7-9389-F46E70C0EA0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95363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52E2392-1D42-4227-8793-6933C5B2D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EA4D95A-5009-48C4-A876-D48C74535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00977F1-FB34-4E4A-BC01-0E35AA210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A58304A-5980-484F-AAAC-B67465E20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F880D-4078-430B-80FD-13240DBDE4D0}" type="datetimeFigureOut">
              <a:rPr lang="pl-PL" smtClean="0"/>
              <a:t>25.04.2025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FEC02BE-58AB-413A-876A-87AF222A1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4CACC09-760F-41BC-867A-53B726ABA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C15B-3032-49D7-9389-F46E70C0EA0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55115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FCD178-75C5-46B3-8928-50A181A4A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745B9AE-E789-4D37-A681-556148610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6DAC8F4D-A1D4-4442-B567-6EB07B866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0EA8FE73-AF19-4F1C-8D3E-CFB6EBBAE0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B4C21C2C-8896-4A65-8869-A9C5936DB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07D186F-D94A-435E-9457-05B270DED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F880D-4078-430B-80FD-13240DBDE4D0}" type="datetimeFigureOut">
              <a:rPr lang="pl-PL" smtClean="0"/>
              <a:t>25.04.2025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41F2E315-0A26-45BF-BAEE-870E685C6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6D2A88CD-4C21-476B-9A9E-488627D38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C15B-3032-49D7-9389-F46E70C0EA0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19408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A6D1BB-858A-44F9-8459-FF0FA481F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CB874662-E500-46B1-85D6-E32A2898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F880D-4078-430B-80FD-13240DBDE4D0}" type="datetimeFigureOut">
              <a:rPr lang="pl-PL" smtClean="0"/>
              <a:t>25.04.2025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AAA7794B-D038-4A82-A887-E609EA82B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4AEB929-EEDA-4015-AE71-6F80E7BA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C15B-3032-49D7-9389-F46E70C0EA0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28307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1C04FA37-E3FF-41E9-A841-B84400048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F880D-4078-430B-80FD-13240DBDE4D0}" type="datetimeFigureOut">
              <a:rPr lang="pl-PL" smtClean="0"/>
              <a:t>25.04.2025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9E7EBCDA-1BD0-4A0A-85E4-0E1521143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5912D4C-36DD-4648-9082-09E058D94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C15B-3032-49D7-9389-F46E70C0EA0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26260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4242BF-7CB0-4580-A284-F70C61EAC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181BE27-4F96-4E24-91B9-A013DE6B3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6DF3E79-661E-4262-B95B-AFA795E09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9A5A1CF-1C9A-410B-87B0-BC6320CA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F880D-4078-430B-80FD-13240DBDE4D0}" type="datetimeFigureOut">
              <a:rPr lang="pl-PL" smtClean="0"/>
              <a:t>25.04.2025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70114F5-72AF-45E3-B2E9-61FCD0271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E67B52E-DA46-416C-A6C3-D7EDAA596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C15B-3032-49D7-9389-F46E70C0EA0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2524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6637D3-E2E6-417A-826A-B63E19CBE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45BE533B-5512-4588-8DF9-21B3C55615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4A05DF7-F7AE-4054-AF27-779D7E96E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A1CC8EF-8095-4ADD-9342-B81AF8649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F880D-4078-430B-80FD-13240DBDE4D0}" type="datetimeFigureOut">
              <a:rPr lang="pl-PL" smtClean="0"/>
              <a:t>25.04.2025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539CD97-B352-438E-A69A-BB528978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38317ED-8D8F-4DCA-A3FC-251209956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C15B-3032-49D7-9389-F46E70C0EA0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81505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74F299C-3E68-443B-B482-BCC1D49D7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E9C878B-C95B-45C9-915E-879A941DF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C416DDD-D453-4A95-BFD2-98AC53C49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F880D-4078-430B-80FD-13240DBDE4D0}" type="datetimeFigureOut">
              <a:rPr lang="pl-PL" smtClean="0"/>
              <a:t>25.04.2025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406D1BF-4719-4E9E-86EE-E16A2CDAD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C29C3F4-B5C4-4886-8D0D-044CE1C91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C15B-3032-49D7-9389-F46E70C0EA0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80538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B0DDCEA3-3CBC-4036-982D-9350DCE6AC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202BAC8-388D-4B9B-8E9D-0CC77BA1D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42FCEFB-F854-453B-B92C-535971AA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F880D-4078-430B-80FD-13240DBDE4D0}" type="datetimeFigureOut">
              <a:rPr lang="pl-PL" smtClean="0"/>
              <a:t>25.04.2025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52D533B-4A9E-484D-845F-858F6B5EC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4D5811D-7166-44C2-B277-57F81E99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C15B-3032-49D7-9389-F46E70C0EA0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78130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7168F9E9-22F2-40D9-811F-89452960C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783F5AE-C510-4070-AAD1-6B6954B45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BC67286-D5EA-4D6B-943B-DC563614E9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F880D-4078-430B-80FD-13240DBDE4D0}" type="datetimeFigureOut">
              <a:rPr lang="pl-PL" smtClean="0"/>
              <a:t>25.04.2025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A00A1BB-09B3-47BC-9443-34302DB2A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6BC5D9B-D0E2-47ED-B276-8AB81E7A0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CC15B-3032-49D7-9389-F46E70C0EA0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3149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sc.pl/doc/4610155.Wielkanocne-zwyczaje-w-Malopolsce" TargetMode="External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sa/3.0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ewqualitipedia.telepedia.net/wiki/User_blog:CarlFilip19/Skibidi_Toilet_(Web_Series)" TargetMode="External"/><Relationship Id="rId7" Type="http://schemas.openxmlformats.org/officeDocument/2006/relationships/hyperlink" Target="https://creativecommons.org/licenses/by/3.0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creativecommons.org/licenses/by-sa/3.0/" TargetMode="External"/><Relationship Id="rId5" Type="http://schemas.openxmlformats.org/officeDocument/2006/relationships/hyperlink" Target="https://sketchfab.com/3d-models/slav-cameraman-a6921874ebba4418b7de5eb1279d3eec" TargetMode="Externa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24hinh.vn/threads/dji-fpv-drone-announced-0-100-kph-in-2-seconds-and-new-motion-controller.6940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nc-nd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24hinh.vn/threads/dji-air-2s-drone-announced-1-inch-20mp-sensor-and-5-4k30p-10-bit-video.7047/" TargetMode="External"/><Relationship Id="rId7" Type="http://schemas.openxmlformats.org/officeDocument/2006/relationships/hyperlink" Target="https://creativecommons.org/licenses/by/3.0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reativecommons.org/licenses/by-nc-nd/3.0/" TargetMode="External"/><Relationship Id="rId5" Type="http://schemas.openxmlformats.org/officeDocument/2006/relationships/hyperlink" Target="https://www.scontify.net/elettronica/droni/drone-dji-mini-3-fly-more-c-rc-n1/488155/" TargetMode="Externa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14BDB87-AF99-477E-83DC-611BA2DB14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Siuda Baba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C10F8F1-5D2D-4645-983B-245C7195F4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Paweł kamiński</a:t>
            </a:r>
          </a:p>
        </p:txBody>
      </p:sp>
    </p:spTree>
    <p:extLst>
      <p:ext uri="{BB962C8B-B14F-4D97-AF65-F5344CB8AC3E}">
        <p14:creationId xmlns:p14="http://schemas.microsoft.com/office/powerpoint/2010/main" val="384782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78D47D4-AC13-4010-B1AA-9383A510B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Siuda baba dawny polski zwyczaj ludowy obchodzony w poniedziałek wielkanocny</a:t>
            </a:r>
          </a:p>
        </p:txBody>
      </p:sp>
      <p:pic>
        <p:nvPicPr>
          <p:cNvPr id="6" name="Symbol zastępczy obrazu 5">
            <a:extLst>
              <a:ext uri="{FF2B5EF4-FFF2-40B4-BE49-F238E27FC236}">
                <a16:creationId xmlns:a16="http://schemas.microsoft.com/office/drawing/2014/main" id="{121AC36B-7BBB-4462-83B3-00324523FAD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6070" r="6070"/>
          <a:stretch>
            <a:fillRect/>
          </a:stretch>
        </p:blipFill>
        <p:spPr/>
      </p:pic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D53D034-D69F-4684-84A9-61B126FF1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l-PL" dirty="0"/>
              <a:t> </a:t>
            </a:r>
            <a:r>
              <a:rPr lang="pl-PL" dirty="0" err="1"/>
              <a:t>zdięcie</a:t>
            </a:r>
            <a:r>
              <a:rPr lang="pl-PL" dirty="0"/>
              <a:t> </a:t>
            </a:r>
            <a:r>
              <a:rPr lang="pl-PL" dirty="0" err="1"/>
              <a:t>siudej</a:t>
            </a:r>
            <a:r>
              <a:rPr lang="pl-PL" dirty="0"/>
              <a:t> baby macie po prawej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0CC11A8-15A9-4F14-9BA0-0AE7FB5FDCB2}"/>
              </a:ext>
            </a:extLst>
          </p:cNvPr>
          <p:cNvSpPr txBox="1"/>
          <p:nvPr/>
        </p:nvSpPr>
        <p:spPr>
          <a:xfrm>
            <a:off x="5183188" y="5861050"/>
            <a:ext cx="6172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900">
                <a:hlinkClick r:id="rId3" tooltip="https://www.gosc.pl/doc/4610155.Wielkanocne-zwyczaje-w-Malopolsce"/>
              </a:rPr>
              <a:t>To zdjęcie</a:t>
            </a:r>
            <a:r>
              <a:rPr lang="pl-PL" sz="900"/>
              <a:t>, autor: Nieznany autor, licencja: </a:t>
            </a:r>
            <a:r>
              <a:rPr lang="pl-PL" sz="900">
                <a:hlinkClick r:id="rId4" tooltip="https://creativecommons.org/licenses/by-sa/3.0/"/>
              </a:rPr>
              <a:t>CC BY-SA</a:t>
            </a:r>
            <a:endParaRPr lang="pl-PL" sz="900"/>
          </a:p>
        </p:txBody>
      </p:sp>
    </p:spTree>
    <p:extLst>
      <p:ext uri="{BB962C8B-B14F-4D97-AF65-F5344CB8AC3E}">
        <p14:creationId xmlns:p14="http://schemas.microsoft.com/office/powerpoint/2010/main" val="1482745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CC5D15-0543-4859-B9AB-4DC25669D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                        moja </a:t>
            </a:r>
            <a:r>
              <a:rPr lang="pl-PL" dirty="0" err="1"/>
              <a:t>siuda</a:t>
            </a:r>
            <a:r>
              <a:rPr lang="pl-PL" dirty="0"/>
              <a:t> baba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B01BE514-47E2-4F00-BC3F-214B66C42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75" y="1333101"/>
            <a:ext cx="5191850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779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37E830A-8CD6-4FAD-AA66-A0BC071DF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Skibidi</a:t>
            </a:r>
            <a:r>
              <a:rPr lang="pl-PL" dirty="0"/>
              <a:t> </a:t>
            </a:r>
            <a:r>
              <a:rPr lang="pl-PL" dirty="0" err="1"/>
              <a:t>toilet</a:t>
            </a:r>
            <a:endParaRPr lang="pl-PL" dirty="0"/>
          </a:p>
        </p:txBody>
      </p:sp>
      <p:pic>
        <p:nvPicPr>
          <p:cNvPr id="6" name="Symbol zastępczy zawartości 5">
            <a:extLst>
              <a:ext uri="{FF2B5EF4-FFF2-40B4-BE49-F238E27FC236}">
                <a16:creationId xmlns:a16="http://schemas.microsoft.com/office/drawing/2014/main" id="{DE061C0D-A988-4514-8ED6-BBFC3D13B45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754716" y="1944422"/>
            <a:ext cx="2095500" cy="3724275"/>
          </a:xfrm>
        </p:spPr>
      </p:pic>
      <p:pic>
        <p:nvPicPr>
          <p:cNvPr id="9" name="Symbol zastępczy zawartości 8">
            <a:extLst>
              <a:ext uri="{FF2B5EF4-FFF2-40B4-BE49-F238E27FC236}">
                <a16:creationId xmlns:a16="http://schemas.microsoft.com/office/drawing/2014/main" id="{54F825A6-1024-4A9C-ACF7-0B2C4D4E537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172200" y="2543969"/>
            <a:ext cx="5181600" cy="2914650"/>
          </a:xfr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0BF0C6AE-52C6-4115-8FA4-3B9E8BEBCA0E}"/>
              </a:ext>
            </a:extLst>
          </p:cNvPr>
          <p:cNvSpPr txBox="1"/>
          <p:nvPr/>
        </p:nvSpPr>
        <p:spPr>
          <a:xfrm>
            <a:off x="1754716" y="5668697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900">
                <a:hlinkClick r:id="rId3" tooltip="https://newqualitipedia.telepedia.net/wiki/User_blog:CarlFilip19/Skibidi_Toilet_(Web_Series)"/>
              </a:rPr>
              <a:t>To zdjęcie</a:t>
            </a:r>
            <a:r>
              <a:rPr lang="pl-PL" sz="900"/>
              <a:t>, autor: Nieznany autor, licencja: </a:t>
            </a:r>
            <a:r>
              <a:rPr lang="pl-PL" sz="900">
                <a:hlinkClick r:id="rId6" tooltip="https://creativecommons.org/licenses/by-sa/3.0/"/>
              </a:rPr>
              <a:t>CC BY-SA</a:t>
            </a:r>
            <a:endParaRPr lang="pl-PL" sz="90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23170C39-A8D9-4DF2-8E9F-C5638A3156B3}"/>
              </a:ext>
            </a:extLst>
          </p:cNvPr>
          <p:cNvSpPr txBox="1"/>
          <p:nvPr/>
        </p:nvSpPr>
        <p:spPr>
          <a:xfrm>
            <a:off x="6172200" y="5458619"/>
            <a:ext cx="5181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900">
                <a:hlinkClick r:id="rId5" tooltip="https://sketchfab.com/3d-models/slav-cameraman-a6921874ebba4418b7de5eb1279d3eec"/>
              </a:rPr>
              <a:t>To zdjęcie</a:t>
            </a:r>
            <a:r>
              <a:rPr lang="pl-PL" sz="900"/>
              <a:t>, autor: Nieznany autor, licencja: </a:t>
            </a:r>
            <a:r>
              <a:rPr lang="pl-PL" sz="900">
                <a:hlinkClick r:id="rId7" tooltip="https://creativecommons.org/licenses/by/3.0/"/>
              </a:rPr>
              <a:t>CC BY</a:t>
            </a:r>
            <a:endParaRPr lang="pl-PL" sz="900"/>
          </a:p>
        </p:txBody>
      </p:sp>
    </p:spTree>
    <p:extLst>
      <p:ext uri="{BB962C8B-B14F-4D97-AF65-F5344CB8AC3E}">
        <p14:creationId xmlns:p14="http://schemas.microsoft.com/office/powerpoint/2010/main" val="3753161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84BEA1-AE22-40AA-89C5-60E948FED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Dji</a:t>
            </a:r>
            <a:r>
              <a:rPr lang="pl-PL" dirty="0"/>
              <a:t> </a:t>
            </a:r>
          </a:p>
        </p:txBody>
      </p:sp>
      <p:pic>
        <p:nvPicPr>
          <p:cNvPr id="6" name="Symbol zastępczy obrazu 5">
            <a:extLst>
              <a:ext uri="{FF2B5EF4-FFF2-40B4-BE49-F238E27FC236}">
                <a16:creationId xmlns:a16="http://schemas.microsoft.com/office/drawing/2014/main" id="{8110B58D-A6CA-439D-97D9-6908500AF89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524" b="3524"/>
          <a:stretch>
            <a:fillRect/>
          </a:stretch>
        </p:blipFill>
        <p:spPr/>
      </p:pic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F5F5014-C4A8-4837-8E7B-15CF5BA1F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l-PL" dirty="0"/>
              <a:t>Kamery i drony mam kilka rzeczy z tej firmy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8166CB5A-B6CC-4ED8-B4F0-B5B8480A1C0D}"/>
              </a:ext>
            </a:extLst>
          </p:cNvPr>
          <p:cNvSpPr txBox="1"/>
          <p:nvPr/>
        </p:nvSpPr>
        <p:spPr>
          <a:xfrm>
            <a:off x="5183188" y="5861050"/>
            <a:ext cx="6172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900">
                <a:hlinkClick r:id="rId3" tooltip="https://24hinh.vn/threads/dji-fpv-drone-announced-0-100-kph-in-2-seconds-and-new-motion-controller.6940/"/>
              </a:rPr>
              <a:t>To zdjęcie</a:t>
            </a:r>
            <a:r>
              <a:rPr lang="pl-PL" sz="900"/>
              <a:t>, autor: Nieznany autor, licencja: </a:t>
            </a:r>
            <a:r>
              <a:rPr lang="pl-PL" sz="900">
                <a:hlinkClick r:id="rId4" tooltip="https://creativecommons.org/licenses/by-nc-nd/3.0/"/>
              </a:rPr>
              <a:t>CC BY-NC-ND</a:t>
            </a:r>
            <a:endParaRPr lang="pl-PL" sz="900"/>
          </a:p>
        </p:txBody>
      </p:sp>
    </p:spTree>
    <p:extLst>
      <p:ext uri="{BB962C8B-B14F-4D97-AF65-F5344CB8AC3E}">
        <p14:creationId xmlns:p14="http://schemas.microsoft.com/office/powerpoint/2010/main" val="1076725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FB034A-130B-4C4F-9508-D1C08E68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Więcej </a:t>
            </a:r>
            <a:r>
              <a:rPr lang="pl-PL" dirty="0" err="1"/>
              <a:t>żeczy</a:t>
            </a:r>
            <a:r>
              <a:rPr lang="pl-PL" dirty="0"/>
              <a:t> od </a:t>
            </a:r>
            <a:r>
              <a:rPr lang="pl-PL" dirty="0" err="1"/>
              <a:t>dji</a:t>
            </a:r>
            <a:endParaRPr lang="pl-PL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193ED90-B569-4D1C-B8CC-9C4A84337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Mawik</a:t>
            </a:r>
            <a:r>
              <a:rPr lang="pl-PL" dirty="0"/>
              <a:t> 2 pro</a:t>
            </a:r>
          </a:p>
        </p:txBody>
      </p:sp>
      <p:pic>
        <p:nvPicPr>
          <p:cNvPr id="8" name="Symbol zastępczy zawartości 7">
            <a:extLst>
              <a:ext uri="{FF2B5EF4-FFF2-40B4-BE49-F238E27FC236}">
                <a16:creationId xmlns:a16="http://schemas.microsoft.com/office/drawing/2014/main" id="{08E43B4C-400F-447F-9F8E-21C57E9029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9788" y="2896741"/>
            <a:ext cx="5157787" cy="2901255"/>
          </a:xfrm>
        </p:spPr>
      </p:pic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55756599-0C70-431B-969D-228DF526C2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l-PL" dirty="0" err="1"/>
              <a:t>Dji</a:t>
            </a:r>
            <a:r>
              <a:rPr lang="pl-PL" dirty="0"/>
              <a:t> mini 3 czyli </a:t>
            </a:r>
            <a:r>
              <a:rPr lang="pl-PL" dirty="0" err="1"/>
              <a:t>muj</a:t>
            </a:r>
            <a:endParaRPr lang="pl-PL" dirty="0"/>
          </a:p>
        </p:txBody>
      </p:sp>
      <p:pic>
        <p:nvPicPr>
          <p:cNvPr id="11" name="Symbol zastępczy zawartości 10">
            <a:extLst>
              <a:ext uri="{FF2B5EF4-FFF2-40B4-BE49-F238E27FC236}">
                <a16:creationId xmlns:a16="http://schemas.microsoft.com/office/drawing/2014/main" id="{7A79E7C2-CCDB-4BCE-974C-E37B4E8E994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530460" y="2680702"/>
            <a:ext cx="4466667" cy="3333333"/>
          </a:xfr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53641500-4D97-4536-B911-2DFBFE04F588}"/>
              </a:ext>
            </a:extLst>
          </p:cNvPr>
          <p:cNvSpPr txBox="1"/>
          <p:nvPr/>
        </p:nvSpPr>
        <p:spPr>
          <a:xfrm>
            <a:off x="839788" y="5797996"/>
            <a:ext cx="51577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900">
                <a:hlinkClick r:id="rId3" tooltip="https://24hinh.vn/threads/dji-air-2s-drone-announced-1-inch-20mp-sensor-and-5-4k30p-10-bit-video.7047/"/>
              </a:rPr>
              <a:t>To zdjęcie</a:t>
            </a:r>
            <a:r>
              <a:rPr lang="pl-PL" sz="900"/>
              <a:t>, autor: Nieznany autor, licencja: </a:t>
            </a:r>
            <a:r>
              <a:rPr lang="pl-PL" sz="900">
                <a:hlinkClick r:id="rId6" tooltip="https://creativecommons.org/licenses/by-nc-nd/3.0/"/>
              </a:rPr>
              <a:t>CC BY-NC-ND</a:t>
            </a:r>
            <a:endParaRPr lang="pl-PL" sz="900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FDD6F10-9C9A-4112-B266-BA5ED365FE98}"/>
              </a:ext>
            </a:extLst>
          </p:cNvPr>
          <p:cNvSpPr txBox="1"/>
          <p:nvPr/>
        </p:nvSpPr>
        <p:spPr>
          <a:xfrm>
            <a:off x="6530460" y="6014035"/>
            <a:ext cx="44666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900">
                <a:hlinkClick r:id="rId5" tooltip="https://www.scontify.net/elettronica/droni/drone-dji-mini-3-fly-more-c-rc-n1/488155/"/>
              </a:rPr>
              <a:t>To zdjęcie</a:t>
            </a:r>
            <a:r>
              <a:rPr lang="pl-PL" sz="900"/>
              <a:t>, autor: Nieznany autor, licencja: </a:t>
            </a:r>
            <a:r>
              <a:rPr lang="pl-PL" sz="900">
                <a:hlinkClick r:id="rId7" tooltip="https://creativecommons.org/licenses/by/3.0/"/>
              </a:rPr>
              <a:t>CC BY</a:t>
            </a:r>
            <a:endParaRPr lang="pl-PL" sz="900"/>
          </a:p>
        </p:txBody>
      </p:sp>
    </p:spTree>
    <p:extLst>
      <p:ext uri="{BB962C8B-B14F-4D97-AF65-F5344CB8AC3E}">
        <p14:creationId xmlns:p14="http://schemas.microsoft.com/office/powerpoint/2010/main" val="198699097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121</Words>
  <Application>Microsoft Office PowerPoint</Application>
  <PresentationFormat>Panoramiczny</PresentationFormat>
  <Paragraphs>17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Motyw pakietu Office</vt:lpstr>
      <vt:lpstr>Siuda Baba</vt:lpstr>
      <vt:lpstr>Siuda baba dawny polski zwyczaj ludowy obchodzony w poniedziałek wielkanocny</vt:lpstr>
      <vt:lpstr>                        moja siuda baba</vt:lpstr>
      <vt:lpstr>Skibidi toilet</vt:lpstr>
      <vt:lpstr>Dji </vt:lpstr>
      <vt:lpstr>Więcej żeczy od dji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Siuda Baba</dc:title>
  <dc:creator>uczen@gim9.local</dc:creator>
  <cp:lastModifiedBy>uczen@gim9.local</cp:lastModifiedBy>
  <cp:revision>3</cp:revision>
  <dcterms:created xsi:type="dcterms:W3CDTF">2025-04-25T12:13:37Z</dcterms:created>
  <dcterms:modified xsi:type="dcterms:W3CDTF">2025-04-25T12:29:33Z</dcterms:modified>
</cp:coreProperties>
</file>
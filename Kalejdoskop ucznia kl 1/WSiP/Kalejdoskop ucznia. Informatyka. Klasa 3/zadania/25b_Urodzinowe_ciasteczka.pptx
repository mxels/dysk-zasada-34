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6" d="100"/>
          <a:sy n="126" d="100"/>
        </p:scale>
        <p:origin x="-11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20" y="-27384"/>
            <a:ext cx="9144000" cy="1728192"/>
          </a:xfrm>
          <a:prstGeom prst="rect">
            <a:avLst/>
          </a:prstGeom>
        </p:spPr>
      </p:pic>
      <p:pic>
        <p:nvPicPr>
          <p:cNvPr id="8" name="Obraz 7"/>
          <p:cNvPicPr/>
          <p:nvPr/>
        </p:nvPicPr>
        <p:blipFill>
          <a:blip r:embed="rId3" cstate="print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188640"/>
            <a:ext cx="598100" cy="75248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683568" y="116632"/>
            <a:ext cx="7200800" cy="1584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pl-PL" sz="1600" dirty="0"/>
              <a:t>Obejrzyj prezentację, a zauważysz, że w historyjce brakuje dwóch slajdów. </a:t>
            </a:r>
            <a:br>
              <a:rPr lang="pl-PL" sz="1600" dirty="0"/>
            </a:br>
            <a:r>
              <a:rPr lang="pl-PL" sz="1600" dirty="0"/>
              <a:t>Na pierwszym slajdzie umieść tytuł prezentacji „Urodzinowe ciasteczka”. </a:t>
            </a:r>
            <a:br>
              <a:rPr lang="pl-PL" sz="1600" dirty="0"/>
            </a:br>
            <a:r>
              <a:rPr lang="pl-PL" sz="1600" dirty="0"/>
              <a:t>Na ostatnim slajdzie umieść taki obrazek, żeby historyjka tworzyła całość. </a:t>
            </a:r>
            <a:br>
              <a:rPr lang="pl-PL" sz="1600" dirty="0"/>
            </a:br>
            <a:r>
              <a:rPr lang="pl-PL" sz="1600" dirty="0"/>
              <a:t>Obrazek możesz pobrać ze swoich zbiorów, z </a:t>
            </a:r>
            <a:r>
              <a:rPr lang="pl-PL" sz="1600" dirty="0" err="1"/>
              <a:t>internetu</a:t>
            </a:r>
            <a:r>
              <a:rPr lang="pl-PL" sz="1600" dirty="0"/>
              <a:t> lub wykonać nowy </a:t>
            </a:r>
            <a:br>
              <a:rPr lang="pl-PL" sz="1600" dirty="0"/>
            </a:br>
            <a:r>
              <a:rPr lang="pl-PL" sz="1600" dirty="0"/>
              <a:t>w programie Paint. </a:t>
            </a:r>
          </a:p>
        </p:txBody>
      </p:sp>
    </p:spTree>
    <p:extLst>
      <p:ext uri="{BB962C8B-B14F-4D97-AF65-F5344CB8AC3E}">
        <p14:creationId xmlns:p14="http://schemas.microsoft.com/office/powerpoint/2010/main" val="3237757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5328592"/>
          </a:xfrm>
        </p:spPr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9939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884" y="1196752"/>
            <a:ext cx="5228412" cy="441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36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884" y="1196752"/>
            <a:ext cx="5228412" cy="441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4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885" y="1196752"/>
            <a:ext cx="5228410" cy="441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14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obrazu 4"/>
          <p:cNvSpPr>
            <a:spLocks noGrp="1"/>
          </p:cNvSpPr>
          <p:nvPr>
            <p:ph type="pic" idx="1"/>
          </p:nvPr>
        </p:nvSpPr>
        <p:spPr>
          <a:xfrm>
            <a:off x="1792288" y="1124744"/>
            <a:ext cx="5486400" cy="4114800"/>
          </a:xfrm>
        </p:spPr>
      </p:sp>
    </p:spTree>
    <p:extLst>
      <p:ext uri="{BB962C8B-B14F-4D97-AF65-F5344CB8AC3E}">
        <p14:creationId xmlns:p14="http://schemas.microsoft.com/office/powerpoint/2010/main" val="131028192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13</Words>
  <Application>Microsoft Office PowerPoint</Application>
  <PresentationFormat>Pokaz na ekranie (4:3)</PresentationFormat>
  <Paragraphs>1</Paragraphs>
  <Slides>6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7" baseType="lpstr"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Rozpoznaję zwierzęta</dc:title>
  <dc:creator>Madzia</dc:creator>
  <cp:lastModifiedBy>Aleksandra Majewska</cp:lastModifiedBy>
  <cp:revision>24</cp:revision>
  <dcterms:created xsi:type="dcterms:W3CDTF">2018-01-18T23:57:39Z</dcterms:created>
  <dcterms:modified xsi:type="dcterms:W3CDTF">2019-03-21T12:22:00Z</dcterms:modified>
</cp:coreProperties>
</file>
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13" d="100"/>
          <a:sy n="113" d="100"/>
        </p:scale>
        <p:origin x="-3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0" y="-27384"/>
            <a:ext cx="9144000" cy="1218181"/>
          </a:xfrm>
          <a:prstGeom prst="rect">
            <a:avLst/>
          </a:prstGeom>
        </p:spPr>
      </p:pic>
      <p:pic>
        <p:nvPicPr>
          <p:cNvPr id="8" name="Obraz 7"/>
          <p:cNvPicPr/>
          <p:nvPr/>
        </p:nvPicPr>
        <p:blipFill>
          <a:blip r:embed="rId3" cstate="print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188640"/>
            <a:ext cx="598100" cy="75248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683568" y="116632"/>
            <a:ext cx="7200800" cy="10021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pl-PL" sz="1600" dirty="0"/>
              <a:t>Dokończ tworzenie prezentacji o zwierzętach mieszkających w polskich lasach. Zamieść tytuł: „Zwierzęta żyjące w polskich lasach”. Wyszukaj w internecie </a:t>
            </a:r>
            <a:r>
              <a:rPr lang="pl-PL" sz="1600" dirty="0" smtClean="0"/>
              <a:t/>
            </a:r>
            <a:br>
              <a:rPr lang="pl-PL" sz="1600" dirty="0" smtClean="0"/>
            </a:br>
            <a:r>
              <a:rPr lang="pl-PL" sz="1600" dirty="0" smtClean="0"/>
              <a:t>lub </a:t>
            </a:r>
            <a:r>
              <a:rPr lang="pl-PL" sz="1600" dirty="0"/>
              <a:t>w swoich zbiorach przynajmniej cztery obrazki i wklej je do prezentacji.</a:t>
            </a:r>
          </a:p>
        </p:txBody>
      </p:sp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59436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42" y="676263"/>
            <a:ext cx="8287717" cy="5505475"/>
          </a:xfrm>
        </p:spPr>
      </p:pic>
    </p:spTree>
    <p:extLst>
      <p:ext uri="{BB962C8B-B14F-4D97-AF65-F5344CB8AC3E}">
        <p14:creationId xmlns:p14="http://schemas.microsoft.com/office/powerpoint/2010/main" val="341753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46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96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548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20930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23</Words>
  <Application>Microsoft Office PowerPoint</Application>
  <PresentationFormat>Pokaz na ekranie (4:3)</PresentationFormat>
  <Paragraphs>1</Paragraphs>
  <Slides>6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7" baseType="lpstr"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Rozpoznaję zwierzęta</dc:title>
  <dc:creator>Madzia</dc:creator>
  <cp:lastModifiedBy>Aleksandra Majewska</cp:lastModifiedBy>
  <cp:revision>23</cp:revision>
  <dcterms:created xsi:type="dcterms:W3CDTF">2018-01-18T23:57:39Z</dcterms:created>
  <dcterms:modified xsi:type="dcterms:W3CDTF">2019-03-22T12:09:59Z</dcterms:modified>
</cp:coreProperties>
</file>
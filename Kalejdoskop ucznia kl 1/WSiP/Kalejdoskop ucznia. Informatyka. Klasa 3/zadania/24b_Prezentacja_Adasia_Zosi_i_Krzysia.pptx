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1" r:id="rId5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26" d="100"/>
          <a:sy n="126" d="100"/>
        </p:scale>
        <p:origin x="-124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70015-F134-4AA0-AF3C-2C00EB34A445}" type="datetimeFigureOut">
              <a:rPr lang="pl-PL" smtClean="0"/>
              <a:pPr/>
              <a:t>2019-03-21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43800-24AC-4E4F-A049-BDCCED909D00}" type="slidenum">
              <a:rPr lang="pl-PL" smtClean="0"/>
              <a:pPr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20" y="-27384"/>
            <a:ext cx="9144000" cy="1218181"/>
          </a:xfrm>
          <a:prstGeom prst="rect">
            <a:avLst/>
          </a:prstGeom>
        </p:spPr>
      </p:pic>
      <p:pic>
        <p:nvPicPr>
          <p:cNvPr id="7" name="Obraz 6"/>
          <p:cNvPicPr/>
          <p:nvPr/>
        </p:nvPicPr>
        <p:blipFill>
          <a:blip r:embed="rId3" cstate="print">
            <a:duotone>
              <a:prstClr val="black"/>
              <a:schemeClr val="tx1">
                <a:lumMod val="95000"/>
                <a:lumOff val="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188640"/>
            <a:ext cx="598100" cy="752485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683568" y="116632"/>
            <a:ext cx="7200800" cy="10021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pl-PL" sz="1600" dirty="0"/>
              <a:t>Przyjaciele chcieli przygotować prezentację na lekcję przyrody. </a:t>
            </a:r>
            <a:br>
              <a:rPr lang="pl-PL" sz="1600" dirty="0"/>
            </a:br>
            <a:r>
              <a:rPr lang="pl-PL" sz="1600" dirty="0"/>
              <a:t>Zrobili prawie wszystko, ale zapomnieli o tytule. Wymyśl tytuł prezentacji. </a:t>
            </a:r>
            <a:r>
              <a:rPr lang="pl-PL" sz="1600" dirty="0" smtClean="0"/>
              <a:t/>
            </a:r>
            <a:br>
              <a:rPr lang="pl-PL" sz="1600" dirty="0" smtClean="0"/>
            </a:br>
            <a:r>
              <a:rPr lang="pl-PL" sz="1600" dirty="0" smtClean="0"/>
              <a:t>Zapisz </a:t>
            </a:r>
            <a:r>
              <a:rPr lang="pl-PL" sz="1600" dirty="0"/>
              <a:t>prezentację w swoim folderze.</a:t>
            </a:r>
          </a:p>
        </p:txBody>
      </p:sp>
      <p:sp>
        <p:nvSpPr>
          <p:cNvPr id="11" name="Tytuł 10"/>
          <p:cNvSpPr>
            <a:spLocks noGrp="1"/>
          </p:cNvSpPr>
          <p:nvPr>
            <p:ph type="title"/>
          </p:nvPr>
        </p:nvSpPr>
        <p:spPr>
          <a:xfrm>
            <a:off x="457200" y="1772816"/>
            <a:ext cx="8229600" cy="4464496"/>
          </a:xfrm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228</TotalTime>
  <Words>8</Words>
  <Application>Microsoft Office PowerPoint</Application>
  <PresentationFormat>Pokaz na ekranie (4:3)</PresentationFormat>
  <Paragraphs>1</Paragraphs>
  <Slides>4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5" baseType="lpstr"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Rozpoznaję zwierzęta</dc:title>
  <dc:creator>Madzia</dc:creator>
  <cp:lastModifiedBy>Aleksandra Majewska</cp:lastModifiedBy>
  <cp:revision>24</cp:revision>
  <dcterms:created xsi:type="dcterms:W3CDTF">2018-01-18T23:57:39Z</dcterms:created>
  <dcterms:modified xsi:type="dcterms:W3CDTF">2019-03-21T12:23:28Z</dcterms:modified>
</cp:coreProperties>
</file>
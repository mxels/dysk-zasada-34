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0" r:id="rId6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-157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70015-F134-4AA0-AF3C-2C00EB34A445}" type="datetimeFigureOut">
              <a:rPr lang="pl-PL" smtClean="0"/>
              <a:pPr/>
              <a:t>2018-02-27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43024" y="1129932"/>
            <a:ext cx="10086975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3600" b="1" dirty="0"/>
              <a:t>Znane zwierzęta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AWessel\Desktop\s018_zyrafa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9" t="9235" b="3548"/>
          <a:stretch/>
        </p:blipFill>
        <p:spPr bwMode="auto">
          <a:xfrm>
            <a:off x="4719486" y="764704"/>
            <a:ext cx="4424514" cy="606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Wessel\Desktop\saa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86" r="67664"/>
          <a:stretch/>
        </p:blipFill>
        <p:spPr bwMode="auto">
          <a:xfrm>
            <a:off x="0" y="2924944"/>
            <a:ext cx="3553568" cy="392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a 12"/>
          <p:cNvGrpSpPr/>
          <p:nvPr/>
        </p:nvGrpSpPr>
        <p:grpSpPr>
          <a:xfrm>
            <a:off x="485979" y="1700808"/>
            <a:ext cx="8172042" cy="4776058"/>
            <a:chOff x="179512" y="1268760"/>
            <a:chExt cx="8711236" cy="5091184"/>
          </a:xfrm>
        </p:grpSpPr>
        <p:pic>
          <p:nvPicPr>
            <p:cNvPr id="1026" name="Picture 2" descr="C:\Users\Madzia\Desktop\prezentacje_plyta\prezentacja_o_zwierzetach\Premier_shutterstock_3392916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55576" y="1268760"/>
              <a:ext cx="2232248" cy="3139029"/>
            </a:xfrm>
            <a:prstGeom prst="rect">
              <a:avLst/>
            </a:prstGeom>
            <a:noFill/>
          </p:spPr>
        </p:pic>
        <p:pic>
          <p:nvPicPr>
            <p:cNvPr id="1027" name="Picture 3" descr="C:\Users\Madzia\Desktop\prezentacje_plyta\prezentacja_o_zwierzetach\Premier_shutterstock_56428966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36096" y="1628801"/>
              <a:ext cx="3454652" cy="2312371"/>
            </a:xfrm>
            <a:prstGeom prst="rect">
              <a:avLst/>
            </a:prstGeom>
            <a:noFill/>
          </p:spPr>
        </p:pic>
        <p:pic>
          <p:nvPicPr>
            <p:cNvPr id="1028" name="Picture 4" descr="C:\Users\Madzia\Desktop\prezentacje_plyta\prezentacja_o_zwierzetach\shutterstock_145495213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31840" y="4293096"/>
              <a:ext cx="3096344" cy="2064323"/>
            </a:xfrm>
            <a:prstGeom prst="rect">
              <a:avLst/>
            </a:prstGeom>
            <a:noFill/>
          </p:spPr>
        </p:pic>
        <p:pic>
          <p:nvPicPr>
            <p:cNvPr id="1029" name="Picture 5" descr="C:\Users\Madzia\Desktop\prezentacje_plyta\prezentacja_o_zwierzetach\Premier_shutterstock_9162886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31840" y="2060848"/>
              <a:ext cx="2520280" cy="2100235"/>
            </a:xfrm>
            <a:prstGeom prst="rect">
              <a:avLst/>
            </a:prstGeom>
            <a:noFill/>
          </p:spPr>
        </p:pic>
        <p:pic>
          <p:nvPicPr>
            <p:cNvPr id="1030" name="Picture 6" descr="C:\Users\Madzia\Desktop\prezentacje_plyta\prezentacja_o_zwierzetach\Premier_shutterstock_14198164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79512" y="4278636"/>
              <a:ext cx="3024336" cy="1987377"/>
            </a:xfrm>
            <a:prstGeom prst="rect">
              <a:avLst/>
            </a:prstGeom>
            <a:noFill/>
          </p:spPr>
        </p:pic>
        <p:pic>
          <p:nvPicPr>
            <p:cNvPr id="1031" name="Picture 7" descr="C:\Users\Madzia\Desktop\prezentacje_plyta\prezentacja_o_zwierzetach\Premier_shutterstock_36633109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940152" y="4293096"/>
              <a:ext cx="2664296" cy="2066848"/>
            </a:xfrm>
            <a:prstGeom prst="rect">
              <a:avLst/>
            </a:prstGeom>
            <a:noFill/>
          </p:spPr>
        </p:pic>
      </p:grpSp>
      <p:sp>
        <p:nvSpPr>
          <p:cNvPr id="11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Obejrzyj prezentację w programie PowerPoint, a następnie znajdź 9 zwierząt mieszkających w Polsce. Napisz ich nazwy na ostatnim ekranie prezentacji.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Obejrzyj prezentację w programie PowerPoint, a następnie znajdź 9 zwierząt mieszkających w Polsce. Napisz ich nazwy na ostatnim ekranie prezentacji.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a 12"/>
          <p:cNvGrpSpPr/>
          <p:nvPr/>
        </p:nvGrpSpPr>
        <p:grpSpPr>
          <a:xfrm>
            <a:off x="503549" y="1988840"/>
            <a:ext cx="8136903" cy="4551148"/>
            <a:chOff x="323529" y="1772818"/>
            <a:chExt cx="8496943" cy="4752526"/>
          </a:xfrm>
        </p:grpSpPr>
        <p:pic>
          <p:nvPicPr>
            <p:cNvPr id="14" name="Picture 2" descr="C:\Users\Madzia\Desktop\prezentacje_plyta\prezentacja_o_zwierzetach\Premier_shutterstock_23745889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3529" y="2060848"/>
              <a:ext cx="2687923" cy="1895616"/>
            </a:xfrm>
            <a:prstGeom prst="rect">
              <a:avLst/>
            </a:prstGeom>
            <a:noFill/>
          </p:spPr>
        </p:pic>
        <p:pic>
          <p:nvPicPr>
            <p:cNvPr id="15" name="Picture 3" descr="C:\Users\Madzia\Desktop\prezentacje_plyta\prezentacja_o_zwierzetach\Premier_shutterstock_24896548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91884" y="1772818"/>
              <a:ext cx="2607159" cy="2061817"/>
            </a:xfrm>
            <a:prstGeom prst="rect">
              <a:avLst/>
            </a:prstGeom>
            <a:noFill/>
          </p:spPr>
        </p:pic>
        <p:pic>
          <p:nvPicPr>
            <p:cNvPr id="16" name="Picture 4" descr="C:\Users\Madzia\Desktop\prezentacje_plyta\prezentacja_o_zwierzetach\Premier_shutterstock_32969152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50171" y="4404615"/>
              <a:ext cx="2276305" cy="2120729"/>
            </a:xfrm>
            <a:prstGeom prst="rect">
              <a:avLst/>
            </a:prstGeom>
            <a:noFill/>
          </p:spPr>
        </p:pic>
        <p:pic>
          <p:nvPicPr>
            <p:cNvPr id="17" name="Picture 5" descr="C:\Users\Madzia\Desktop\prezentacje_plyta\prezentacja_o_zwierzetach\Premier_shutterstock_59456599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55579" y="4077074"/>
              <a:ext cx="1790679" cy="2408935"/>
            </a:xfrm>
            <a:prstGeom prst="rect">
              <a:avLst/>
            </a:prstGeom>
            <a:noFill/>
          </p:spPr>
        </p:pic>
        <p:pic>
          <p:nvPicPr>
            <p:cNvPr id="18" name="Picture 6" descr="C:\Users\Madzia\Desktop\prezentacje_plyta\prezentacja_o_zwierzetach\Premier_shutterstock_64440886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57197" y="4221088"/>
              <a:ext cx="3229606" cy="2268941"/>
            </a:xfrm>
            <a:prstGeom prst="rect">
              <a:avLst/>
            </a:prstGeom>
            <a:noFill/>
          </p:spPr>
        </p:pic>
        <p:pic>
          <p:nvPicPr>
            <p:cNvPr id="19" name="Picture 7" descr="C:\Users\Madzia\Desktop\prezentacje_plyta\prezentacja_o_zwierzetach\Premier_shutterstock_107477213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156176" y="2060849"/>
              <a:ext cx="2664296" cy="1790043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a 12"/>
          <p:cNvGrpSpPr/>
          <p:nvPr/>
        </p:nvGrpSpPr>
        <p:grpSpPr>
          <a:xfrm>
            <a:off x="896904" y="1556792"/>
            <a:ext cx="7350192" cy="5025199"/>
            <a:chOff x="611560" y="1124744"/>
            <a:chExt cx="7992888" cy="5464600"/>
          </a:xfrm>
        </p:grpSpPr>
        <p:pic>
          <p:nvPicPr>
            <p:cNvPr id="20" name="Picture 7" descr="C:\Users\Madzia\Desktop\prezentacje_plyta\prezentacja_o_zwierzetach\Premier_shutterstock_416957530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03848" y="4221090"/>
              <a:ext cx="2160240" cy="2319783"/>
            </a:xfrm>
            <a:prstGeom prst="rect">
              <a:avLst/>
            </a:prstGeom>
            <a:noFill/>
          </p:spPr>
        </p:pic>
        <p:pic>
          <p:nvPicPr>
            <p:cNvPr id="21" name="Picture 3" descr="C:\Users\Madzia\Desktop\prezentacje_plyta\prezentacja_o_zwierzetach\Premier_shutterstock_110750558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68144" y="1124744"/>
              <a:ext cx="2371186" cy="3168352"/>
            </a:xfrm>
            <a:prstGeom prst="rect">
              <a:avLst/>
            </a:prstGeom>
            <a:noFill/>
          </p:spPr>
        </p:pic>
        <p:pic>
          <p:nvPicPr>
            <p:cNvPr id="22" name="Picture 2" descr="C:\Users\Madzia\Desktop\prezentacje_plyta\prezentacja_o_zwierzetach\Premier_shutterstock_85548541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11560" y="1844826"/>
              <a:ext cx="2160240" cy="2455852"/>
            </a:xfrm>
            <a:prstGeom prst="rect">
              <a:avLst/>
            </a:prstGeom>
            <a:noFill/>
          </p:spPr>
        </p:pic>
        <p:pic>
          <p:nvPicPr>
            <p:cNvPr id="24" name="Picture 5" descr="C:\Users\Madzia\Desktop\prezentacje_plyta\prezentacja_o_zwierzetach\Premier_shutterstock_147371522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55576" y="4293097"/>
              <a:ext cx="2520280" cy="2272827"/>
            </a:xfrm>
            <a:prstGeom prst="rect">
              <a:avLst/>
            </a:prstGeom>
            <a:noFill/>
          </p:spPr>
        </p:pic>
        <p:pic>
          <p:nvPicPr>
            <p:cNvPr id="25" name="Picture 6" descr="C:\Users\Madzia\Desktop\prezentacje_plyta\prezentacja_o_zwierzetach\Premier_shutterstock_745688305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940152" y="4293096"/>
              <a:ext cx="2664296" cy="2296248"/>
            </a:xfrm>
            <a:prstGeom prst="rect">
              <a:avLst/>
            </a:prstGeom>
            <a:noFill/>
          </p:spPr>
        </p:pic>
      </p:grpSp>
      <p:sp>
        <p:nvSpPr>
          <p:cNvPr id="11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Obejrzyj prezentację w programie PowerPoint, a następnie znajdź 9 zwierząt mieszkających w Polsce. Napisz ich nazwy na ostatnim ekranie prezentacji.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AWessel\Downloads\Premier_shutterstock_10424195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131330"/>
            <a:ext cx="1981520" cy="22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343024" y="1268760"/>
            <a:ext cx="10086975" cy="46805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2400" b="1" dirty="0"/>
              <a:t>Zwierzęta mieszkające w Polsce to</a:t>
            </a:r>
            <a:r>
              <a:rPr lang="pl-PL" sz="2400" b="1" dirty="0" smtClean="0"/>
              <a:t>:</a:t>
            </a:r>
          </a:p>
          <a:p>
            <a:pPr lvl="0">
              <a:spcBef>
                <a:spcPct val="0"/>
              </a:spcBef>
            </a:pPr>
            <a:endParaRPr lang="pl-PL" sz="2400" b="1" dirty="0" smtClean="0"/>
          </a:p>
          <a:p>
            <a:pPr lvl="0">
              <a:spcBef>
                <a:spcPct val="0"/>
              </a:spcBef>
            </a:pPr>
            <a:endParaRPr lang="pl-PL" sz="2400" b="1" dirty="0" smtClean="0"/>
          </a:p>
          <a:p>
            <a:pPr lvl="0">
              <a:spcBef>
                <a:spcPct val="0"/>
              </a:spcBef>
            </a:pPr>
            <a:endParaRPr kumimoji="0" lang="pl-PL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4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77</Words>
  <Application>Microsoft Office PowerPoint</Application>
  <PresentationFormat>Pokaz na ekranie (4:3)</PresentationFormat>
  <Paragraphs>7</Paragraphs>
  <Slides>5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6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Rozpoznaję zwierzęta</dc:title>
  <dc:creator>Madzia</dc:creator>
  <cp:lastModifiedBy>Agnieszka Wessel</cp:lastModifiedBy>
  <cp:revision>15</cp:revision>
  <dcterms:created xsi:type="dcterms:W3CDTF">2018-01-18T23:57:39Z</dcterms:created>
  <dcterms:modified xsi:type="dcterms:W3CDTF">2018-02-27T10:42:52Z</dcterms:modified>
</cp:coreProperties>
</file>
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1616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3326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6297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0123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015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239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95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pl-P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8852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00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996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378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E3D728A-4630-4BFD-81D0-5BD4461D7DBE}" type="datetimeFigureOut">
              <a:rPr lang="pl-PL" smtClean="0"/>
              <a:t>09.05.2025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A9531B-EA22-4D02-8F35-AF33FADA37D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488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l/komputer-apple-inc-monitor-ekran-297754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pl.wikipedia.org/wiki/Mysz_komputerowa#cite_note-1" TargetMode="External"/><Relationship Id="rId7" Type="http://schemas.openxmlformats.org/officeDocument/2006/relationships/hyperlink" Target="https://pl.wikipedia.org/wiki/Monitor_ekranowy" TargetMode="External"/><Relationship Id="rId2" Type="http://schemas.openxmlformats.org/officeDocument/2006/relationships/hyperlink" Target="https://pl.wikipedia.org/wiki/J%C4%99zyk_angielski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l.wikipedia.org/wiki/Komputer" TargetMode="External"/><Relationship Id="rId5" Type="http://schemas.openxmlformats.org/officeDocument/2006/relationships/hyperlink" Target="https://pl.wikipedia.org/wiki/Graficzny_interfejs_u%C5%BCytkownika" TargetMode="External"/><Relationship Id="rId10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pl.wikipedia.org/wiki/Urz%C4%85dzenie_wskazuj%C4%85ce" TargetMode="External"/><Relationship Id="rId9" Type="http://schemas.openxmlformats.org/officeDocument/2006/relationships/hyperlink" Target="https://vastreader.blogspot.com/2013/12/basic-parts-of-mouse-holding-and-moving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.wikipedia.org/wiki/U%C5%BCytkownik_komputera" TargetMode="External"/><Relationship Id="rId7" Type="http://schemas.openxmlformats.org/officeDocument/2006/relationships/hyperlink" Target="https://pixabay.com/de/photos/apple-monitor-schreibtisch-imac-407122/" TargetMode="External"/><Relationship Id="rId2" Type="http://schemas.openxmlformats.org/officeDocument/2006/relationships/hyperlink" Target="https://pl.wikipedia.org/wiki/Urz%C4%85dzenie_wej%C5%9Bcia-wyj%C5%9Bcia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5" Type="http://schemas.openxmlformats.org/officeDocument/2006/relationships/hyperlink" Target="https://pl.wikipedia.org/wiki/Monitor_ekranowy" TargetMode="External"/><Relationship Id="rId4" Type="http://schemas.openxmlformats.org/officeDocument/2006/relationships/hyperlink" Target="https://pl.wikipedia.org/wiki/Komputer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l.wikipedia.org/wiki/Komputer#cite_note-4" TargetMode="External"/><Relationship Id="rId13" Type="http://schemas.openxmlformats.org/officeDocument/2006/relationships/hyperlink" Target="https://pl.wikipedia.org/wiki/Cz%C5%82owiek_Roku_tygodnika_%E2%80%9ETime%E2%80%9D" TargetMode="External"/><Relationship Id="rId3" Type="http://schemas.openxmlformats.org/officeDocument/2006/relationships/hyperlink" Target="https://pl.wikipedia.org/wiki/J%C4%99zyk_angielski" TargetMode="External"/><Relationship Id="rId7" Type="http://schemas.openxmlformats.org/officeDocument/2006/relationships/hyperlink" Target="https://pl.wikipedia.org/wiki/Maszyna_matematyczna" TargetMode="External"/><Relationship Id="rId12" Type="http://schemas.openxmlformats.org/officeDocument/2006/relationships/hyperlink" Target="https://pl.wikipedia.org/wiki/Sygna%C5%82_analogowy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pl.wikipedia.org/wiki/Komputer#cite_note-epwn-3" TargetMode="External"/><Relationship Id="rId11" Type="http://schemas.openxmlformats.org/officeDocument/2006/relationships/hyperlink" Target="https://pl.wikipedia.org/wiki/Cyfra" TargetMode="External"/><Relationship Id="rId5" Type="http://schemas.openxmlformats.org/officeDocument/2006/relationships/hyperlink" Target="https://pl.wikipedia.org/wiki/Komputer#cite_note-ety-2" TargetMode="External"/><Relationship Id="rId10" Type="http://schemas.openxmlformats.org/officeDocument/2006/relationships/hyperlink" Target="https://pl.wikipedia.org/wiki/Informatyka" TargetMode="External"/><Relationship Id="rId4" Type="http://schemas.openxmlformats.org/officeDocument/2006/relationships/hyperlink" Target="https://pl.wikipedia.org/wiki/Komputer#cite_note-1" TargetMode="External"/><Relationship Id="rId9" Type="http://schemas.openxmlformats.org/officeDocument/2006/relationships/hyperlink" Target="https://pl.wikipedia.org/wiki/Maszyn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l.wikipedia.org/wiki/Dane" TargetMode="External"/><Relationship Id="rId2" Type="http://schemas.openxmlformats.org/officeDocument/2006/relationships/hyperlink" Target="https://pl.wikipedia.org/wiki/Klawisz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www.daskeyboard.io/" TargetMode="Externa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2AC77A-9E3B-4956-AB47-3A704F317F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Budowa komputera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E48C930-29A2-44A2-B3AC-94ACD11ADB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Alicja Karny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65D60D9-A54A-452A-A61F-53AACD1B8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20604" y="2517623"/>
            <a:ext cx="4367012" cy="413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657598-3D5C-4167-8E89-03CB041FF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MYSZ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BF9F6AA-36C9-4AC5-A0A6-04AD7E0A0EF5}"/>
              </a:ext>
            </a:extLst>
          </p:cNvPr>
          <p:cNvSpPr txBox="1"/>
          <p:nvPr/>
        </p:nvSpPr>
        <p:spPr>
          <a:xfrm>
            <a:off x="575734" y="18860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Mysz komputerowa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pl-PL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myszka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Język angielski"/>
              </a:rPr>
              <a:t>ang.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pl-PL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mouse</a:t>
            </a:r>
            <a:r>
              <a:rPr lang="pl-PL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/>
              </a:rPr>
              <a:t>[1]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–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Urządzenie wskazujące"/>
              </a:rPr>
              <a:t>urządzenie wskazujące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używane podczas pracy z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Graficzny interfejs użytkownika"/>
              </a:rPr>
              <a:t>interfejsem graficznym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Komputer"/>
              </a:rPr>
              <a:t>systemu komputerowego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Mysz umożliwia poruszanie kursorem po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Monitor ekranowy"/>
              </a:rPr>
              <a:t>ekranie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monitora poprzez przesuwanie jej po powierzchni płaskiej</a:t>
            </a:r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9DC1DF53-66A3-43F6-9524-E8EED2D1DB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826779" y="953029"/>
            <a:ext cx="4143375" cy="3038475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3ABCACE8-4C77-4989-B237-0FC6F0CBB3A5}"/>
              </a:ext>
            </a:extLst>
          </p:cNvPr>
          <p:cNvSpPr txBox="1"/>
          <p:nvPr/>
        </p:nvSpPr>
        <p:spPr>
          <a:xfrm>
            <a:off x="6826779" y="3991504"/>
            <a:ext cx="41433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>
                <a:hlinkClick r:id="rId9" tooltip="https://vastreader.blogspot.com/2013/12/basic-parts-of-mouse-holding-and-moving.html"/>
              </a:rPr>
              <a:t>To zdjęcie</a:t>
            </a:r>
            <a:r>
              <a:rPr lang="pl-PL" sz="900"/>
              <a:t>, autor: Nieznany autor, licencja: </a:t>
            </a:r>
            <a:r>
              <a:rPr lang="pl-PL" sz="900">
                <a:hlinkClick r:id="rId10" tooltip="https://creativecommons.org/licenses/by-nc/3.0/"/>
              </a:rPr>
              <a:t>CC BY-NC</a:t>
            </a:r>
            <a:endParaRPr lang="pl-PL" sz="900"/>
          </a:p>
        </p:txBody>
      </p:sp>
    </p:spTree>
    <p:extLst>
      <p:ext uri="{BB962C8B-B14F-4D97-AF65-F5344CB8AC3E}">
        <p14:creationId xmlns:p14="http://schemas.microsoft.com/office/powerpoint/2010/main" val="65093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E5C42A-45AB-41D1-84C4-A285EB2B8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MONITOR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8390530-7C3E-40CE-AC74-7C29B79D86CE}"/>
              </a:ext>
            </a:extLst>
          </p:cNvPr>
          <p:cNvSpPr txBox="1"/>
          <p:nvPr/>
        </p:nvSpPr>
        <p:spPr>
          <a:xfrm>
            <a:off x="812800" y="180677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Monitor komputerowy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– ogólna nazwa jednego z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Urządzenie wejścia-wyjścia"/>
              </a:rPr>
              <a:t>urządzeń wyjścia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do bezpośredniej komunikacji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Użytkownik komputera"/>
              </a:rPr>
              <a:t>użytkownika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z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Komputer"/>
              </a:rPr>
              <a:t>komputerem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Zadaniem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Monitor ekranowy"/>
              </a:rPr>
              <a:t>monitora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jest natychmiastowa wizualizacja wyników działania programów uruchomionych na komputerze.</a:t>
            </a:r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A3C0794-0BE2-41BF-8F7E-DA56E7D3E3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510867" y="642594"/>
            <a:ext cx="5122334" cy="341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5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27DEE6-8127-4C27-87F0-A1F8665B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KOMPUTER</a:t>
            </a:r>
          </a:p>
        </p:txBody>
      </p:sp>
      <p:pic>
        <p:nvPicPr>
          <p:cNvPr id="6" name="Symbol zastępczy obrazu 5">
            <a:extLst>
              <a:ext uri="{FF2B5EF4-FFF2-40B4-BE49-F238E27FC236}">
                <a16:creationId xmlns:a16="http://schemas.microsoft.com/office/drawing/2014/main" id="{C5EDEB6F-448B-4091-BBAF-F881918D1AA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8" b="12598"/>
          <a:stretch>
            <a:fillRect/>
          </a:stretch>
        </p:blipFill>
        <p:spPr>
          <a:xfrm>
            <a:off x="1269999" y="931672"/>
            <a:ext cx="6676238" cy="4994656"/>
          </a:xfrm>
        </p:spPr>
      </p:pic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6FE33F0-7EBE-4D90-A538-CD4D37648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Komputer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(od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Język angielski"/>
              </a:rPr>
              <a:t>ang.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pl-PL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computer</a:t>
            </a:r>
            <a:r>
              <a:rPr lang="pl-PL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/>
              </a:rPr>
              <a:t>[a]</a:t>
            </a:r>
            <a:r>
              <a:rPr lang="pl-PL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/>
              </a:rPr>
              <a:t>[1]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); dawniej: </a:t>
            </a:r>
            <a:r>
              <a:rPr lang="pl-PL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mózg elektronowy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pl-PL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elektroniczna maszyna cyfrowa</a:t>
            </a:r>
            <a:r>
              <a:rPr lang="pl-PL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/>
              </a:rPr>
              <a:t>[2]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Maszyna matematyczna"/>
              </a:rPr>
              <a:t>maszyna matematyczna</a:t>
            </a:r>
            <a:r>
              <a:rPr lang="pl-PL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/>
              </a:rPr>
              <a:t>[3]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–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 tooltip="Maszyna"/>
              </a:rPr>
              <a:t>maszyna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przeznaczona do przetwarzania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0" tooltip="Informatyka"/>
              </a:rPr>
              <a:t>informacji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które da się zapisać w formie ciągu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1" tooltip="Cyfra"/>
              </a:rPr>
              <a:t>cyfr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albo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2" tooltip="Sygnał analogowy"/>
              </a:rPr>
              <a:t>sygnału ciągłego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3" tooltip="Człowiek Roku tygodnika „Time”"/>
              </a:rPr>
              <a:t>Maszyna roku tygodnika „Time”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w 1982 roku.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26473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C2B90D-C4A3-46CF-8658-8F73FE79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Klawiatura </a:t>
            </a:r>
            <a:br>
              <a:rPr lang="pl-PL" dirty="0"/>
            </a:br>
            <a:br>
              <a:rPr lang="pl-PL" dirty="0"/>
            </a:br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420CB42-7832-445D-A683-138974A61ADF}"/>
              </a:ext>
            </a:extLst>
          </p:cNvPr>
          <p:cNvSpPr txBox="1"/>
          <p:nvPr/>
        </p:nvSpPr>
        <p:spPr>
          <a:xfrm>
            <a:off x="651933" y="1335024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Klawiatura komputerowa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– uporządkowany zestaw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Klawisz"/>
              </a:rPr>
              <a:t>klawiszy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służący do ręcznego sterowania urządzeniem lub ręcznego wprowadzania </a:t>
            </a:r>
            <a:r>
              <a:rPr lang="pl-PL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Dane"/>
              </a:rPr>
              <a:t>danych</a:t>
            </a: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W zależności od spełnianej funkcji klawiatura zawiera różnego rodzaju klawisze – alfabetyczne, numeryczne, znaków specjalnych, funkcji specjalnych, o znaczeniu definiowanym przez użytkownika.</a:t>
            </a:r>
          </a:p>
          <a:p>
            <a:br>
              <a:rPr lang="pl-PL" dirty="0"/>
            </a:br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9A1604D-9A89-4809-8D55-A1740CC4D3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V="1">
            <a:off x="651933" y="3453053"/>
            <a:ext cx="5062831" cy="2781507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BC61C465-92AA-4B93-A8DF-CA8EA83DC5EB}"/>
              </a:ext>
            </a:extLst>
          </p:cNvPr>
          <p:cNvSpPr txBox="1"/>
          <p:nvPr/>
        </p:nvSpPr>
        <p:spPr>
          <a:xfrm flipV="1">
            <a:off x="3035910" y="3822386"/>
            <a:ext cx="267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>
                <a:hlinkClick r:id="rId5" tooltip="https://www.daskeyboard.io/"/>
              </a:rPr>
              <a:t>To zdjęcie</a:t>
            </a:r>
            <a:r>
              <a:rPr lang="pl-PL" sz="900"/>
              <a:t>, autor: Nieznany autor, licencja: </a:t>
            </a:r>
            <a:r>
              <a:rPr lang="pl-PL" sz="900">
                <a:hlinkClick r:id="rId6" tooltip="https://creativecommons.org/licenses/by/3.0/"/>
              </a:rPr>
              <a:t>CC BY</a:t>
            </a:r>
            <a:endParaRPr lang="pl-PL" sz="900"/>
          </a:p>
        </p:txBody>
      </p:sp>
    </p:spTree>
    <p:extLst>
      <p:ext uri="{BB962C8B-B14F-4D97-AF65-F5344CB8AC3E}">
        <p14:creationId xmlns:p14="http://schemas.microsoft.com/office/powerpoint/2010/main" val="3964976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ydło">
  <a:themeElements>
    <a:clrScheme name="Mydło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Mydło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ydł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TM03457510[[fn=Mydło]]</Template>
  <TotalTime>26</TotalTime>
  <Words>198</Words>
  <Application>Microsoft Office PowerPoint</Application>
  <PresentationFormat>Panoramiczny</PresentationFormat>
  <Paragraphs>13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Garamond</vt:lpstr>
      <vt:lpstr>Mydło</vt:lpstr>
      <vt:lpstr>Budowa komputera</vt:lpstr>
      <vt:lpstr>MYSZ</vt:lpstr>
      <vt:lpstr>MONITOR</vt:lpstr>
      <vt:lpstr>KOMPUTER</vt:lpstr>
      <vt:lpstr>Klawiatura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Budowa komputera</dc:title>
  <dc:creator>uczen@gim9.local</dc:creator>
  <cp:lastModifiedBy>uczen@gim9.local</cp:lastModifiedBy>
  <cp:revision>3</cp:revision>
  <dcterms:created xsi:type="dcterms:W3CDTF">2025-05-09T07:56:54Z</dcterms:created>
  <dcterms:modified xsi:type="dcterms:W3CDTF">2025-05-09T08:22:58Z</dcterms:modified>
</cp:coreProperties>
</file>